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F2DDA-CE95-2BA1-B067-FAFA1B41B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966B77-62A3-BBFA-B7FF-7D791B1B1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AFCF3-DA49-C01C-0993-7F51D8F6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35AC90-09A1-CBE3-5C0E-4267364F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D41B41-1513-BDE9-D7D4-B59F1239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2969E-D2CC-5A1A-6D01-45B0992F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58AABF-F9D8-66FD-B43A-83332DC55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993AB1-B966-8EF5-9747-EFE3424C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E486F2-010A-3395-EB32-78A6B21DD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F6BB4E-6BCD-49A8-289D-B0A21F51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44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AEFA4-9666-45AB-D803-AC1994C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4F899-5B6B-3D61-AD1D-B3B962EC2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698726-FA20-9ACD-F4A9-BFB768A63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B56E3-AA7C-D3B0-AD12-1A194B61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5C1003-741B-C0DF-2D60-635E8190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56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CA9A0-E36D-5F09-3E08-3D833496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995F59-02BB-B369-F213-225D7E9B1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D898B4-2F5C-4662-A7E4-1AB0E212A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B902BA-533D-0953-B48D-B19BEF12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4C0E95-2608-0A67-52A0-76D4D702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ECEB08-25E5-4D0E-B5EE-2BCE9351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71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55CC59-5996-0E70-2215-B538CD80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C153D-F39D-6989-8853-4795F9B8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85E8-B40C-62A7-37AC-441EBB574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148B01-321B-F5D1-BFFB-D3F80A3F4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453306-6B68-056C-1014-99A52FF7B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0EC207-AA20-7E24-80E9-05C9D0AA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2C421D-F6E3-ABC9-84BC-3B698545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FE97BD-CD61-723B-17DB-68BE65FBE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76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825EE-4C17-2E59-ED4C-871FBDC3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A56FA7-EEC5-F5FB-9D3D-66A1E2DF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4A5899-874B-975A-F37B-7ED32D18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48FA2F-F1C7-0714-D7C6-30A26C6BB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714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8C3D40-45D6-C5EC-71BB-A9D898ED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71537B2-B7EB-A856-FDAB-4B8E503E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D4CC90-5885-BABE-5E54-F397355D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42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CEA03-EBF2-C279-08A4-6C8420E4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C915BB-18E0-EDC8-5A9D-1D492F695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B07906-DC30-3754-F7EA-A8E919368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80CC12-AD39-37AD-D9D0-B1EE1FF2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8A3EDE-701D-F8AE-9C46-966815F8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288EAA-8A14-4EEA-463C-1AEE5F91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165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168C8-8B0F-FB3B-BFCA-C3B003DBA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57885C-F129-AF11-942F-717A26685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DF880F-339D-BB85-21DF-51E5204B2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76CCCB-0ABB-9D74-D06A-1911533E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A72AA-B878-6A5B-AD2A-69093734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41B131-11A1-C532-0B01-4893F355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72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BEADA-05F6-01EB-C475-78A37A1A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FECE0C-A44F-B556-2538-CA9B7B984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2AF547-BA63-1D35-F693-F433F6F7A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777EE-AFFE-4C50-A879-8E05FCBE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71AF2E-EB43-CB43-59AA-50CA75AD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21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992410-384C-C7C9-2D06-0BB43AABB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1AE168-013D-B853-3308-521020E81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E671BD-3378-3F43-49EB-8DC8D68F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5299AD-BC04-C513-B415-78306FE7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DD90B-4CAF-0599-1806-284907EC8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5D0185-B4A1-B0CF-0728-B61A6F78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78158A-58ED-7945-9EAA-474CE6106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EBBE21-A256-3446-7093-0E2E95D01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371D1-7BDC-4883-8042-3F3B5D42417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5331B-8565-8870-EF15-8C0E1AB75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3DDC49-D933-8BD6-BF3D-ABB2903C3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AA420-5E73-4045-BA30-2EB031FD1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54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3EB8A-5030-A609-77B6-AAE7E13D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67F767-24ED-4605-2468-E4BDBCB47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28EA4E-BCD5-ECF5-8041-627C6F96A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60" y="290074"/>
            <a:ext cx="11498280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1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2CB68-C822-4D76-8195-311F35B135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7781BE-191D-1FAC-1EB8-2FF8504B80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695FDD-466A-68CA-5AF7-FD65A6ED2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0" y="385337"/>
            <a:ext cx="11860280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41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40492-BB7F-C77C-AA09-C49354BE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742600-B9C8-8044-6E05-87752D772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5B87A5-0E35-66D8-E3D9-15DED64C2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6" y="366285"/>
            <a:ext cx="12022228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09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7EE56-13B3-7BFF-3611-CACA6802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7F7882-31CD-2E8A-11D7-79A76C8B0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564324-016B-0EEE-F97E-16D05C341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170995"/>
            <a:ext cx="11526859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1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85F9D-2F3E-94D2-A6F3-64D3693B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285B0E-EEDB-79A2-8334-65E244880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AD27D6-21CE-C5A0-0DAE-D2C811687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5" y="371048"/>
            <a:ext cx="11603069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08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E4642-F2D7-0B66-E60C-619A1B35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0CDFBF-4754-F136-5ACF-E23241675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6D98B2-60DF-18AF-9287-2EC102F3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090" y="0"/>
            <a:ext cx="7513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11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BF4EF-2734-4E9C-1BA8-D48CF5BF8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165A08-5169-EFCA-89FD-530C54F4C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EBD0A0-8760-152F-7E58-2C56BBEFA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102" y="99548"/>
            <a:ext cx="4629796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1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B001E-E857-37FD-9676-DDC37AC4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FF64DE-FE52-148D-D735-30FEB55CD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7978EE-93AC-D099-6665-8146921C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489"/>
            <a:ext cx="12192000" cy="52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4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170EB-D7BE-C64C-A74C-E8E21E1E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4A61AA-CB56-8EBA-1A84-F316968AA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273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박준하</dc:creator>
  <cp:lastModifiedBy>박준하</cp:lastModifiedBy>
  <cp:revision>1</cp:revision>
  <dcterms:created xsi:type="dcterms:W3CDTF">2025-11-04T17:14:20Z</dcterms:created>
  <dcterms:modified xsi:type="dcterms:W3CDTF">2025-11-04T17:17:27Z</dcterms:modified>
</cp:coreProperties>
</file>